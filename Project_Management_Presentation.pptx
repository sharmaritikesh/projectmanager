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Project Management and Team Collaboration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2040"/>
                </a:solidFill>
              </a:defRPr>
            </a:pPr>
            <a:r>
              <a:t>Technology Stack: React.js | Java Spring Boot | MySQL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898358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dirty="0"/>
              <a:t>Team Members: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lang="en-US" dirty="0"/>
              <a:t>Ritikesh Kumar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22781A05H4</a:t>
            </a:r>
            <a:endParaRPr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lang="en-US" dirty="0"/>
              <a:t>Amit Kumar	</a:t>
            </a:r>
            <a:r>
              <a:rPr lang="en-IN" dirty="0"/>
              <a:t>–</a:t>
            </a:r>
            <a:r>
              <a:rPr lang="en-US" dirty="0"/>
              <a:t> 22781A05H1</a:t>
            </a:r>
            <a:endParaRPr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lang="en-US" dirty="0" err="1"/>
              <a:t>Ajit</a:t>
            </a:r>
            <a:r>
              <a:rPr lang="en-US" dirty="0"/>
              <a:t> Kumar        </a:t>
            </a:r>
            <a:r>
              <a:rPr lang="en-IN" dirty="0"/>
              <a:t>– </a:t>
            </a:r>
            <a:r>
              <a:rPr lang="en-US" dirty="0"/>
              <a:t>22781A05H0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IN" dirty="0"/>
              <a:t>• Aryan Kumar   – </a:t>
            </a:r>
            <a:r>
              <a:rPr lang="en-US" dirty="0"/>
              <a:t>22781A05E7</a:t>
            </a:r>
            <a:endParaRPr lang="en-IN" dirty="0"/>
          </a:p>
          <a:p>
            <a:pPr>
              <a:defRPr sz="16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156966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dirty="0"/>
              <a:t>Project Guide: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dirty="0"/>
              <a:t>Vijay Kumar K.S	</a:t>
            </a:r>
            <a:endParaRPr dirty="0"/>
          </a:p>
          <a:p>
            <a:pPr>
              <a:defRPr sz="1400">
                <a:solidFill>
                  <a:srgbClr val="002040"/>
                </a:solidFill>
              </a:defRPr>
            </a:pPr>
            <a:r>
              <a:rPr lang="en-US" dirty="0"/>
              <a:t>Mentor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95153" y="5943600"/>
            <a:ext cx="30013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2040"/>
                </a:solidFill>
              </a:defRPr>
            </a:pPr>
            <a:r>
              <a:rPr lang="en-US" dirty="0"/>
              <a:t>SVCET Autonomous</a:t>
            </a:r>
            <a:r>
              <a:rPr dirty="0"/>
              <a:t> | </a:t>
            </a:r>
            <a:r>
              <a:rPr lang="en-US" dirty="0"/>
              <a:t>CSE </a:t>
            </a:r>
            <a:r>
              <a:rPr dirty="0"/>
              <a:t>| </a:t>
            </a:r>
            <a:r>
              <a:rPr lang="en-US" dirty="0"/>
              <a:t>2025-2026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Problem Overview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>
                <a:solidFill>
                  <a:srgbClr val="000000"/>
                </a:solidFill>
              </a:defRPr>
            </a:pPr>
            <a:r>
              <a:t>Organizations face challenges in managing multiple projects, tracking task progress, and ensuring effective team collaboration across distributed teams.</a:t>
            </a:r>
          </a:p>
          <a:p>
            <a:pPr>
              <a:spcBef>
                <a:spcPts val="1200"/>
              </a:spcBef>
            </a:pPr>
            <a:endParaRPr/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Purpose of the Project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>
                <a:solidFill>
                  <a:srgbClr val="000000"/>
                </a:solidFill>
              </a:defRPr>
            </a:pPr>
            <a:r>
              <a:t>To develop a comprehensive web-based project management system that streamlines task allocation, progress monitoring, and team communication.</a:t>
            </a:r>
          </a:p>
          <a:p>
            <a:pPr>
              <a:spcBef>
                <a:spcPts val="1200"/>
              </a:spcBef>
            </a:pPr>
            <a:endParaRPr/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Solution Approach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>
                <a:solidFill>
                  <a:srgbClr val="000000"/>
                </a:solidFill>
              </a:defRPr>
            </a:pPr>
            <a:r>
              <a:t>A full-stack web application built with React.js frontend and Java Spring Boot backend, utilizing MySQL for persistent data storage.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>
                <a:solidFill>
                  <a:srgbClr val="000000"/>
                </a:solidFill>
              </a:defRPr>
            </a:pPr>
            <a:r>
              <a:t>JWT-based authentication ensures secure access, while role-based authorization enables appropriate access control for users, managers, and administrators.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>
                <a:solidFill>
                  <a:srgbClr val="000000"/>
                </a:solidFill>
              </a:defRPr>
            </a:pPr>
            <a:r>
              <a:t>RESTful API architecture enables seamless communication between frontend and backend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1. Task Management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provide an intuitive interface for creating, assigning, and tracking tasks with priorities, deadlines, and status updates.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2. Team Collaboration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enable effective team collaboration through project-based member management and role assignments.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3. Project Organization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develop a centralized system for organizing multiple projects with status tracking and progress visualization.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4. User Authentication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implement secure user authentication using JWT tokens and role-based access control (USER, MANAGER, ADMIN).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5. Efficiency and Usability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improve overall project workflow efficiency through a responsive, user-friendly web interface.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6. Administrative Control</a:t>
            </a:r>
          </a:p>
          <a:p>
            <a:pPr>
              <a:spcBef>
                <a:spcPts val="300"/>
              </a:spcBef>
              <a:defRPr sz="1600">
                <a:solidFill>
                  <a:srgbClr val="000000"/>
                </a:solidFill>
              </a:defRPr>
            </a:pPr>
            <a:r>
              <a:t>    To provide administrative capabilities for user management, role assignment, and system-wide project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Existing Project Management Tools</a:t>
            </a:r>
          </a:p>
          <a:p>
            <a:pPr>
              <a:spcBef>
                <a:spcPts val="800"/>
              </a:spcBef>
              <a:defRPr sz="1500" b="1">
                <a:solidFill>
                  <a:srgbClr val="000000"/>
                </a:solidFill>
              </a:defRPr>
            </a:pPr>
            <a:r>
              <a:t>• Jira (Atlassian)</a:t>
            </a:r>
          </a:p>
          <a:p>
            <a:pPr>
              <a:defRPr sz="1400">
                <a:solidFill>
                  <a:srgbClr val="002040"/>
                </a:solidFill>
              </a:defRPr>
            </a:pPr>
            <a:r>
              <a:t>   Enterprise-grade, complex setup, high learning curve</a:t>
            </a:r>
          </a:p>
          <a:p>
            <a:pPr>
              <a:spcBef>
                <a:spcPts val="800"/>
              </a:spcBef>
              <a:defRPr sz="1500" b="1">
                <a:solidFill>
                  <a:srgbClr val="000000"/>
                </a:solidFill>
              </a:defRPr>
            </a:pPr>
            <a:r>
              <a:t>• Trello</a:t>
            </a:r>
          </a:p>
          <a:p>
            <a:pPr>
              <a:defRPr sz="1400">
                <a:solidFill>
                  <a:srgbClr val="002040"/>
                </a:solidFill>
              </a:defRPr>
            </a:pPr>
            <a:r>
              <a:t>   Kanban-based, limited for complex workflows</a:t>
            </a:r>
          </a:p>
          <a:p>
            <a:pPr>
              <a:spcBef>
                <a:spcPts val="800"/>
              </a:spcBef>
              <a:defRPr sz="1500" b="1">
                <a:solidFill>
                  <a:srgbClr val="000000"/>
                </a:solidFill>
              </a:defRPr>
            </a:pPr>
            <a:r>
              <a:t>• Asana</a:t>
            </a:r>
          </a:p>
          <a:p>
            <a:pPr>
              <a:defRPr sz="1400">
                <a:solidFill>
                  <a:srgbClr val="002040"/>
                </a:solidFill>
              </a:defRPr>
            </a:pPr>
            <a:r>
              <a:t>   Feature-rich but requires paid plans for advanced features</a:t>
            </a:r>
          </a:p>
          <a:p>
            <a:pPr>
              <a:spcBef>
                <a:spcPts val="800"/>
              </a:spcBef>
              <a:defRPr sz="1500" b="1">
                <a:solidFill>
                  <a:srgbClr val="000000"/>
                </a:solidFill>
              </a:defRPr>
            </a:pPr>
            <a:r>
              <a:t>• Microsoft Project</a:t>
            </a:r>
          </a:p>
          <a:p>
            <a:pPr>
              <a:defRPr sz="1400">
                <a:solidFill>
                  <a:srgbClr val="002040"/>
                </a:solidFill>
              </a:defRPr>
            </a:pPr>
            <a:r>
              <a:t>   Desktop-focused, expensive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Common Technologies Used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Frontend: React, Angular, Vue.js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Backend: Node.js, Java, Python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Databases: PostgreSQL, MongoDB, MySQL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Authentication: OAuth, JWT, SAML</a:t>
            </a:r>
          </a:p>
          <a:p>
            <a:pPr>
              <a:spcBef>
                <a:spcPts val="16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Identified Limitations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High cost for small teams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Complex configuration requirements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Limited customization options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t>• Steep learning curves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Traditional Project Management Methods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• Manual tracking using spreadsheets (Excel/Google Sheets)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• Email-based task assignment and status updates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• Physical documentation and progress reports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• Standalone desktop applications without collaboration features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• Informal verbal communication for task delegation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Problems Identified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Lack of Real-time Tracking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No centralized visibility into task progress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Poor Collaboration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Difficulty in coordinating distributed team members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Data Inconsistency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Multiple versions of documents causing confusion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Limited Accessibility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Information tied to specific devices/locations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Inefficient Reporting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Manual effort required for progress reports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No Role-based Access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Security and permission management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Web-Based Solution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</a:defRPr>
            </a:pPr>
            <a:r>
              <a:t>A modern, full-stack web application providing comprehensive project management and team collaboration capabilities.</a:t>
            </a:r>
          </a:p>
          <a:p>
            <a:pPr>
              <a:spcBef>
                <a:spcPts val="10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Key Features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User Authentication with JWT-based security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Project Management with CRUD operations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Task Tracking with priorities and deadlines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Team Collaboration with role-based access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Admin Dashboard for system management</a:t>
            </a:r>
          </a:p>
          <a:p>
            <a:pPr>
              <a:spcBef>
                <a:spcPts val="500"/>
              </a:spcBef>
              <a:defRPr sz="1400">
                <a:solidFill>
                  <a:srgbClr val="000000"/>
                </a:solidFill>
              </a:defRPr>
            </a:pPr>
            <a:r>
              <a:t>+ Progress Visualization with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Advantages Over Existing Systems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Centralized Data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All project information in one accessible location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Real-time Updates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Instant visibility into task and project status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Secure Access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JWT authentication with role-based permissions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Cross-platform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Accessible from any device with a web browser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Scalability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Designed to handle growing teams and projects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• Cost-effective</a:t>
            </a:r>
          </a:p>
          <a:p>
            <a:pPr>
              <a:defRPr sz="1300">
                <a:solidFill>
                  <a:srgbClr val="002040"/>
                </a:solidFill>
              </a:defRPr>
            </a:pPr>
            <a:r>
              <a:t>   Open-source technologies reduce licensing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System Architecture -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lock_diagram_1767824485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2040"/>
                </a:solidFill>
              </a:defRPr>
            </a:pPr>
            <a:r>
              <a:t>Three-tier Architecture: React Frontend &gt; Spring Boot REST API &gt; MySQL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35AB6-504B-475B-A81E-A0A64AF225FC}"/>
              </a:ext>
            </a:extLst>
          </p:cNvPr>
          <p:cNvSpPr txBox="1"/>
          <p:nvPr/>
        </p:nvSpPr>
        <p:spPr>
          <a:xfrm>
            <a:off x="3955774" y="2375452"/>
            <a:ext cx="4552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gency FB" panose="020B0503020202020204" pitchFamily="34" charset="0"/>
              </a:rPr>
              <a:t>THANKYOU</a:t>
            </a:r>
            <a:endParaRPr lang="en-IN" sz="96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2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652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Agency FB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Ritikesh Sharma</cp:lastModifiedBy>
  <cp:revision>4</cp:revision>
  <dcterms:created xsi:type="dcterms:W3CDTF">2013-01-27T09:14:16Z</dcterms:created>
  <dcterms:modified xsi:type="dcterms:W3CDTF">2026-01-07T22:39:47Z</dcterms:modified>
  <cp:category/>
</cp:coreProperties>
</file>